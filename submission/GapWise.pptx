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GapWise investigates why reserves and liabilities differ on a real platform (Strike Finance), using 5+ data sources. Independent project, not affiliated with Strike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hand, one question took days (docs/GAP-INVESTIGATION.md, 23 Oct). The sources are fragmented: three ledgers, a trading API, vault depositor lists, price feeds and an external market-maker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step is written as JSON lines to logs/&lt;investigation_id&gt;.jsonl, including the model that served each Nightshift request. Example traces are in output_examples/.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9B2FF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GapWise · Open Agent Hackathon 2026 · Track 02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GapWise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Understand every gap. Trust every finding.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B9B2FF"/>
                </a:solidFill>
              </a:rPr>
              <a:t>An AI agent that checks whether a financial platform actually holds the money it owes its users, and explains why when it does not, with evidence for every claim.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Track 02 · The Agent That Can Explain Why   |   Zetaris · Meterless Nightshift + H-MEM · NVIDIA Nemotron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ratio tells you there is a gap, never why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C6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ledgers to read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(Ethereum, Solana, Cardano)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344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C6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3,487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user accounts owed money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via the platform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2344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$20,866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gap on 27 Oct, 12:47 UTC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(+1.22% reserves above owed)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Who needs the answer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11827"/>
                </a:solidFill>
              </a:rPr>
              <a:t>Users of the platform: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11827"/>
                </a:solidFill>
              </a:rPr>
              <a:t>is my money really there?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11827"/>
                </a:solidFill>
              </a:rPr>
              <a:t>The platform: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11827"/>
                </a:solidFill>
              </a:rPr>
              <a:t>which ledger, price or account moved the gap?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11827"/>
                </a:solidFill>
              </a:rPr>
              <a:t>Auditors: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11827"/>
                </a:solidFill>
              </a:rPr>
              <a:t>show me the evidence, not a summary.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investigates, explains and proves</a:t>
            </a:r>
            <a:endParaRPr lang="en-US" sz="3000" dirty="0"/>
          </a:p>
        </p:txBody>
      </p:sp>
      <p:pic>
        <p:nvPicPr>
          <p:cNvPr id="3" name="Image 0" descr="GapWise dashboard: Why is there a gap? panel with verdict, explained and unexplained amoun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005840"/>
            <a:ext cx="4343400" cy="2514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7C6CF2"/>
          </a:solidFill>
          <a:ln w="12700">
            <a:solidFill>
              <a:srgbClr val="7C6C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Investigates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3990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13 possible causes, each tested in code and labelled confirmed, supported, hypothesis, unresolved or ruled out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86000"/>
            <a:ext cx="411480" cy="411480"/>
          </a:xfrm>
          <a:prstGeom prst="ellipse">
            <a:avLst/>
          </a:prstGeom>
          <a:solidFill>
            <a:srgbClr val="7C6CF2"/>
          </a:solidFill>
          <a:ln w="12700">
            <a:solidFill>
              <a:srgbClr val="7C6C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240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Explains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58775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NVIDIA Nemotron writes the plain-language verdict through Meterless Nightshift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474720"/>
            <a:ext cx="411480" cy="411480"/>
          </a:xfrm>
          <a:prstGeom prst="ellipse">
            <a:avLst/>
          </a:prstGeom>
          <a:solidFill>
            <a:srgbClr val="7C6CF2"/>
          </a:solidFill>
          <a:ln w="12700">
            <a:solidFill>
              <a:srgbClr val="7C6C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Proves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37764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Every claim cites evidence: SQL, tx hash, report field. The unexplained amount is never forced to zero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43400" y="36576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Dashboard · API (POST /run) · Telegram alerts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agents, one feedback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PlannerAgent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plans the run, picks sources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EvidenceAgent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Zetaris SQL, ledgers, tests 13 causes in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MemoryAgent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Meterless H-MEM: recalls past cases, saves new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0" y="3017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DEAFE"/>
          </a:solidFill>
          <a:ln w="12700">
            <a:solidFill>
              <a:srgbClr val="EDEA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4FD1"/>
                </a:solidFill>
              </a:rPr>
              <a:t>ExplainerAgent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Nemotron via Nightshift, read-only tools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DEAFE"/>
          </a:solidFill>
          <a:ln w="12700">
            <a:solidFill>
              <a:srgbClr val="EDEAF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4FD1"/>
                </a:solidFill>
              </a:rPr>
              <a:t>ValidatorAgent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rejects unknown evidence, invented $, "fully explained"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1755648"/>
            <a:ext cx="137160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897880" y="1755648"/>
            <a:ext cx="137160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3291840" y="2331720"/>
            <a:ext cx="1188720" cy="6858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788920" y="2514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evidence pack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80560" y="3383280"/>
            <a:ext cx="182880" cy="914"/>
          </a:xfrm>
          <a:prstGeom prst="line">
            <a:avLst/>
          </a:prstGeom>
          <a:noFill/>
          <a:ln w="25400">
            <a:solidFill>
              <a:srgbClr val="5B4FD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4480560" y="3840480"/>
            <a:ext cx="182880" cy="914"/>
          </a:xfrm>
          <a:prstGeom prst="line">
            <a:avLst/>
          </a:prstGeom>
          <a:noFill/>
          <a:ln w="25400">
            <a:solidFill>
              <a:srgbClr val="E5484D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2880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484D"/>
                </a:solidFill>
              </a:rPr>
              <a:t>critique → revise (logged as needs_revision, retry 1)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AI, never just believe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+$20,866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gap (reserves − owed)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B6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+$3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explained by confirmed causes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+$20,862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still unexplained, shown honestly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42318"/>
                </a:solidFill>
              </a:rPr>
              <a:t>Live run, 27 Oct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11827"/>
                </a:solidFill>
              </a:rPr>
              <a:t>nvidia/nemotron-3.5-bolt-e4b claimed the gap was "fully explained".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11827"/>
                </a:solidFill>
              </a:rPr>
              <a:t>ValidatorAgent rejected it and asked for a revision. The revision made the same claim and was rejected again, so GapWise kept the computed numbers.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19456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4FD1"/>
                </a:solidFill>
              </a:rPr>
              <a:t>Guarantees in code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All money arithmetic is deterministic code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Change since last scan reconciles exactly (remainder $0)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Prompt injection in source data is ignored (tested)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AI down → labelled rules-only, never faked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technology doing real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Zetaris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216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Data layer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Every scan is published as six SQL tables (scans, reserves, liabilities, prices, flows, safety events). The agent reads scan history and runs guarded, read-only SQL as a tool.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Meterless Nightshift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216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Primary AI provider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002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All model calls go through the local runtime (127.0.0.1:8088, OpenAI-compatible, tool calls). Route meterless/deep.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Meterless H-MEM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Engine in a feature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383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Seeded with past confirmed findings; recalls similar cases before each investigation and saves each result. Unit-tested.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NVIDIA Nemotron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Reasoning model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383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Served through Nightshift; the served model is logged per request and must name Nemotron for "Nemotron verified".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working monitor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Existed before 22 Oct (declared)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ZeroGap monitor: collectors for 3 ledgers + platform API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Reserve ratio, liabilities, hashed reports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Dashboard and Telegram alerts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Stack: TypeScript, Node 20, viem, Solana web3, Postgres, Docker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DEAFE"/>
          </a:solidFill>
          <a:ln w="12700">
            <a:solidFill>
              <a:srgbClr val="EDEA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4FD1"/>
                </a:solidFill>
              </a:rPr>
              <a:t>New in the hackathon window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5544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Gap Investigator: 5 agents, validator loop, traces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Zetaris data layer and read-only SQL tool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Nightshift client, Nemotron verification, H-MEM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"Why is there a gap?" panel, POST /run, SAMPLE_MODE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25 new tests (137 total passing)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B9B2FF"/>
                </a:solidFill>
              </a:rPr>
              <a:t>Match bridge transfers by transaction to close the open $10,000 candidate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B9B2FF"/>
                </a:solidFill>
              </a:rPr>
              <a:t>More platforms: the evidence model is not specific to one exchange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B9B2FF"/>
                </a:solidFill>
              </a:rPr>
              <a:t>Scheduled investigations with alerts only when the explanation changes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github.com/Lakshmikanth-3/GapWise   ·   Independent project, not affiliated with Strike Finance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pWise">
  <a:themeElements>
    <a:clrScheme name="GapWise">
      <a:dk1>
        <a:srgbClr val="111827"/>
      </a:dk1>
      <a:lt1>
        <a:srgbClr val="FFFFFF"/>
      </a:lt1>
      <a:dk2>
        <a:srgbClr val="0B1020"/>
      </a:dk2>
      <a:lt2>
        <a:srgbClr val="EEF0FA"/>
      </a:lt2>
      <a:accent1>
        <a:srgbClr val="7C6CF2"/>
      </a:accent1>
      <a:accent2>
        <a:srgbClr val="E8A317"/>
      </a:accent2>
      <a:accent3>
        <a:srgbClr val="2BB673"/>
      </a:accent3>
      <a:accent4>
        <a:srgbClr val="E5484D"/>
      </a:accent4>
      <a:accent5>
        <a:srgbClr val="B9B2FF"/>
      </a:accent5>
      <a:accent6>
        <a:srgbClr val="64748B"/>
      </a:accent6>
      <a:hlink>
        <a:srgbClr val="7C6CF2"/>
      </a:hlink>
      <a:folHlink>
        <a:srgbClr val="5B4FD1"/>
      </a:folHlink>
    </a:clrScheme>
    <a:fontScheme name="GapWi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GapWise</dc:title>
  <dc:subject>PptxGenJS Presentation</dc:subject>
  <dc:creator>Lakshmi Kanth S</dc:creator>
  <cp:lastModifiedBy>Lakshmi Kanth S</cp:lastModifiedBy>
  <cp:revision>1</cp:revision>
  <dcterms:created xsi:type="dcterms:W3CDTF">2026-10-27T14:41:53Z</dcterms:created>
  <dcterms:modified xsi:type="dcterms:W3CDTF">2026-10-27T14:41:53Z</dcterms:modified>
</cp:coreProperties>
</file>